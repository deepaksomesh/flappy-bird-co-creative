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trictFirstAndLastChars="0" saveSubsetFonts="1" autoCompressPictures="0">
  <p:sldMasterIdLst>
    <p:sldMasterId id="2147483660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835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>
        <p:guide orient="horz" pos="2160"/>
        <p:guide pos="384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79413" y="685800"/>
            <a:ext cx="60991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79413" y="685800"/>
            <a:ext cx="60991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" name="Google Shape;7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0" name="Google Shape;80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0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45d95fe20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79413" y="685800"/>
            <a:ext cx="60991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45d95fe20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g3a45d95fe20_0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1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7c91f5a557_2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79413" y="685800"/>
            <a:ext cx="60991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7c91f5a557_2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g37c91f5a557_2_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2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6" name="Google Shape;10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79413" y="685800"/>
            <a:ext cx="60991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31842" y="4594421"/>
            <a:ext cx="3182840" cy="1768245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"/>
          <p:cNvSpPr txBox="1">
            <a:spLocks noGrp="1"/>
          </p:cNvSpPr>
          <p:nvPr>
            <p:ph type="body" idx="1"/>
          </p:nvPr>
        </p:nvSpPr>
        <p:spPr>
          <a:xfrm>
            <a:off x="0" y="-1"/>
            <a:ext cx="12198349" cy="4521941"/>
          </a:xfrm>
          <a:prstGeom prst="rect">
            <a:avLst/>
          </a:prstGeom>
          <a:solidFill>
            <a:srgbClr val="8592BC"/>
          </a:solidFill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0"/>
              <a:buNone/>
              <a:defRPr sz="100">
                <a:solidFill>
                  <a:schemeClr val="lt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-"/>
              <a:defRPr/>
            </a:lvl2pPr>
            <a:lvl3pPr marL="1371600" lvl="2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-"/>
              <a:defRPr/>
            </a:lvl7pPr>
            <a:lvl8pPr marL="3657600" lvl="7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lt2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body" idx="2"/>
          </p:nvPr>
        </p:nvSpPr>
        <p:spPr>
          <a:xfrm>
            <a:off x="1" y="1"/>
            <a:ext cx="12198350" cy="3719335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0"/>
              <a:buNone/>
              <a:defRPr sz="100">
                <a:solidFill>
                  <a:schemeClr val="lt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-"/>
              <a:defRPr/>
            </a:lvl2pPr>
            <a:lvl3pPr marL="1371600" lvl="2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-"/>
              <a:defRPr/>
            </a:lvl7pPr>
            <a:lvl8pPr marL="3657600" lvl="7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lt2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title"/>
          </p:nvPr>
        </p:nvSpPr>
        <p:spPr>
          <a:xfrm>
            <a:off x="1490663" y="1052736"/>
            <a:ext cx="10225136" cy="1656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Georgia"/>
              <a:buNone/>
              <a:defRPr sz="5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body" idx="3"/>
          </p:nvPr>
        </p:nvSpPr>
        <p:spPr>
          <a:xfrm>
            <a:off x="1490663" y="3934610"/>
            <a:ext cx="6918325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-"/>
              <a:defRPr/>
            </a:lvl2pPr>
            <a:lvl3pPr marL="1371600" lvl="2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-"/>
              <a:defRPr/>
            </a:lvl7pPr>
            <a:lvl8pPr marL="3657600" lvl="7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lt2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dt" idx="10"/>
          </p:nvPr>
        </p:nvSpPr>
        <p:spPr>
          <a:xfrm>
            <a:off x="7467327" y="3934684"/>
            <a:ext cx="4326359" cy="394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20" name="Google Shape;20;p2"/>
          <p:cNvSpPr/>
          <p:nvPr/>
        </p:nvSpPr>
        <p:spPr>
          <a:xfrm>
            <a:off x="0" y="6453336"/>
            <a:ext cx="12198350" cy="404664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2"/>
          <p:cNvSpPr/>
          <p:nvPr/>
        </p:nvSpPr>
        <p:spPr>
          <a:xfrm>
            <a:off x="6099174" y="6453336"/>
            <a:ext cx="6099175" cy="404664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1000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/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1000"/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10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10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000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1000"/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1000"/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75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5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75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75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50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750"/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750"/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750"/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750"/>
                                        <p:tgtEl>
                                          <p:spTgt spid="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dex">
  <p:cSld name="Index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404662" y="404664"/>
            <a:ext cx="11389024" cy="4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Georgia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body" idx="1"/>
          </p:nvPr>
        </p:nvSpPr>
        <p:spPr>
          <a:xfrm>
            <a:off x="404663" y="1252836"/>
            <a:ext cx="6846640" cy="47958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Georgia"/>
              <a:buAutoNum type="arabicPeriod"/>
              <a:defRPr sz="2400">
                <a:solidFill>
                  <a:schemeClr val="lt2"/>
                </a:solidFill>
              </a:defRPr>
            </a:lvl1pPr>
            <a:lvl2pPr marL="914400" lvl="1" indent="-330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•"/>
              <a:defRPr>
                <a:solidFill>
                  <a:schemeClr val="lt2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>
                <a:solidFill>
                  <a:schemeClr val="lt2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>
                <a:solidFill>
                  <a:schemeClr val="lt2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5pPr>
            <a:lvl6pPr marL="2743200" lvl="5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Georgia"/>
              <a:buAutoNum type="arabicPeriod"/>
              <a:defRPr sz="2400">
                <a:solidFill>
                  <a:schemeClr val="lt2"/>
                </a:solidFill>
              </a:defRPr>
            </a:lvl6pPr>
            <a:lvl7pPr marL="3200400" lvl="6" indent="-330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•"/>
              <a:defRPr>
                <a:solidFill>
                  <a:schemeClr val="lt2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lt2"/>
              </a:buClr>
              <a:buSzPts val="18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25" name="Google Shape;25;p3"/>
          <p:cNvSpPr>
            <a:spLocks noGrp="1"/>
          </p:cNvSpPr>
          <p:nvPr>
            <p:ph type="pic" idx="2"/>
          </p:nvPr>
        </p:nvSpPr>
        <p:spPr>
          <a:xfrm>
            <a:off x="7453634" y="1252538"/>
            <a:ext cx="4339905" cy="4795837"/>
          </a:xfrm>
          <a:prstGeom prst="rect">
            <a:avLst/>
          </a:prstGeom>
          <a:solidFill>
            <a:srgbClr val="E5E8F1"/>
          </a:solidFill>
          <a:ln>
            <a:noFill/>
          </a:ln>
        </p:spPr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9132784" y="6473105"/>
            <a:ext cx="27447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&amp; Image 75%/25%">
  <p:cSld name="Text &amp; Image 75%/25%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404662" y="404664"/>
            <a:ext cx="11389024" cy="4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Georgia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404662" y="1252836"/>
            <a:ext cx="7926761" cy="47958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-"/>
              <a:defRPr/>
            </a:lvl2pPr>
            <a:lvl3pPr marL="1371600" lvl="2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-"/>
              <a:defRPr/>
            </a:lvl7pPr>
            <a:lvl8pPr marL="3657600" lvl="7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lt2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>
            <a:spLocks noGrp="1"/>
          </p:cNvSpPr>
          <p:nvPr>
            <p:ph type="pic" idx="2"/>
          </p:nvPr>
        </p:nvSpPr>
        <p:spPr>
          <a:xfrm>
            <a:off x="8533755" y="1252538"/>
            <a:ext cx="3259784" cy="4795837"/>
          </a:xfrm>
          <a:prstGeom prst="rect">
            <a:avLst/>
          </a:prstGeom>
          <a:solidFill>
            <a:srgbClr val="E5E8F1"/>
          </a:solidFill>
          <a:ln>
            <a:noFill/>
          </a:ln>
        </p:spPr>
      </p:sp>
      <p:sp>
        <p:nvSpPr>
          <p:cNvPr id="31" name="Google Shape;31;p4"/>
          <p:cNvSpPr txBox="1">
            <a:spLocks noGrp="1"/>
          </p:cNvSpPr>
          <p:nvPr>
            <p:ph type="sldNum" idx="12"/>
          </p:nvPr>
        </p:nvSpPr>
        <p:spPr>
          <a:xfrm>
            <a:off x="9132784" y="6473105"/>
            <a:ext cx="27447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1" y="1"/>
            <a:ext cx="12198350" cy="452193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0"/>
              <a:buNone/>
              <a:defRPr sz="100">
                <a:solidFill>
                  <a:schemeClr val="lt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-"/>
              <a:defRPr/>
            </a:lvl2pPr>
            <a:lvl3pPr marL="1371600" lvl="2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-"/>
              <a:defRPr/>
            </a:lvl7pPr>
            <a:lvl8pPr marL="3657600" lvl="7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lt2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1490663" y="1052736"/>
            <a:ext cx="10225136" cy="1656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Georgia"/>
              <a:buNone/>
              <a:defRPr sz="5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/>
          <p:nvPr/>
        </p:nvSpPr>
        <p:spPr>
          <a:xfrm>
            <a:off x="0" y="6453336"/>
            <a:ext cx="12198350" cy="404664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" name="Google Shape;36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31842" y="4594421"/>
            <a:ext cx="3182840" cy="17682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/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/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/>
                                        <p:tgtEl>
                                          <p:spTgt spid="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/>
                                        <p:tgtEl>
                                          <p:spTgt spid="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1000"/>
                                        <p:tgtEl>
                                          <p:spTgt spid="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/>
                                        <p:tgtEl>
                                          <p:spTgt spid="3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1000"/>
                                        <p:tgtEl>
                                          <p:spTgt spid="3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&amp; Image 4x">
  <p:cSld name="Text &amp; Image 4x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404662" y="404664"/>
            <a:ext cx="11389024" cy="4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Georgia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1"/>
          </p:nvPr>
        </p:nvSpPr>
        <p:spPr>
          <a:xfrm>
            <a:off x="404662" y="1252836"/>
            <a:ext cx="5593347" cy="47958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-"/>
              <a:defRPr/>
            </a:lvl2pPr>
            <a:lvl3pPr marL="1371600" lvl="2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-"/>
              <a:defRPr/>
            </a:lvl7pPr>
            <a:lvl8pPr marL="3657600" lvl="7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lt2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>
            <a:spLocks noGrp="1"/>
          </p:cNvSpPr>
          <p:nvPr>
            <p:ph type="pic" idx="2"/>
          </p:nvPr>
        </p:nvSpPr>
        <p:spPr>
          <a:xfrm>
            <a:off x="6200776" y="1252538"/>
            <a:ext cx="2695072" cy="2297049"/>
          </a:xfrm>
          <a:prstGeom prst="rect">
            <a:avLst/>
          </a:prstGeom>
          <a:solidFill>
            <a:srgbClr val="E5E8F1"/>
          </a:solidFill>
          <a:ln>
            <a:noFill/>
          </a:ln>
        </p:spPr>
      </p:sp>
      <p:sp>
        <p:nvSpPr>
          <p:cNvPr id="41" name="Google Shape;41;p6"/>
          <p:cNvSpPr>
            <a:spLocks noGrp="1"/>
          </p:cNvSpPr>
          <p:nvPr>
            <p:ph type="pic" idx="3"/>
          </p:nvPr>
        </p:nvSpPr>
        <p:spPr>
          <a:xfrm>
            <a:off x="9098614" y="1252538"/>
            <a:ext cx="2695072" cy="2297049"/>
          </a:xfrm>
          <a:prstGeom prst="rect">
            <a:avLst/>
          </a:prstGeom>
          <a:solidFill>
            <a:srgbClr val="E5E8F1"/>
          </a:solidFill>
          <a:ln>
            <a:noFill/>
          </a:ln>
        </p:spPr>
      </p:sp>
      <p:sp>
        <p:nvSpPr>
          <p:cNvPr id="42" name="Google Shape;42;p6"/>
          <p:cNvSpPr>
            <a:spLocks noGrp="1"/>
          </p:cNvSpPr>
          <p:nvPr>
            <p:ph type="pic" idx="4"/>
          </p:nvPr>
        </p:nvSpPr>
        <p:spPr>
          <a:xfrm>
            <a:off x="6200776" y="3751623"/>
            <a:ext cx="2695072" cy="2297049"/>
          </a:xfrm>
          <a:prstGeom prst="rect">
            <a:avLst/>
          </a:prstGeom>
          <a:solidFill>
            <a:srgbClr val="E5E8F1"/>
          </a:solidFill>
          <a:ln>
            <a:noFill/>
          </a:ln>
        </p:spPr>
      </p:sp>
      <p:sp>
        <p:nvSpPr>
          <p:cNvPr id="43" name="Google Shape;43;p6"/>
          <p:cNvSpPr>
            <a:spLocks noGrp="1"/>
          </p:cNvSpPr>
          <p:nvPr>
            <p:ph type="pic" idx="5"/>
          </p:nvPr>
        </p:nvSpPr>
        <p:spPr>
          <a:xfrm>
            <a:off x="9098614" y="3751623"/>
            <a:ext cx="2695072" cy="2297049"/>
          </a:xfrm>
          <a:prstGeom prst="rect">
            <a:avLst/>
          </a:prstGeom>
          <a:solidFill>
            <a:srgbClr val="E5E8F1"/>
          </a:solidFill>
          <a:ln>
            <a:noFill/>
          </a:ln>
        </p:spPr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9132784" y="6473105"/>
            <a:ext cx="27447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&amp; Image 2x">
  <p:cSld name="Text &amp; Image 2x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404662" y="404664"/>
            <a:ext cx="11389024" cy="4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Georgia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1"/>
          </p:nvPr>
        </p:nvSpPr>
        <p:spPr>
          <a:xfrm>
            <a:off x="404662" y="1252836"/>
            <a:ext cx="5593347" cy="47958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-"/>
              <a:defRPr/>
            </a:lvl2pPr>
            <a:lvl3pPr marL="1371600" lvl="2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-"/>
              <a:defRPr/>
            </a:lvl7pPr>
            <a:lvl8pPr marL="3657600" lvl="7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lt2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>
            <a:spLocks noGrp="1"/>
          </p:cNvSpPr>
          <p:nvPr>
            <p:ph type="pic" idx="2"/>
          </p:nvPr>
        </p:nvSpPr>
        <p:spPr>
          <a:xfrm>
            <a:off x="6200341" y="1252538"/>
            <a:ext cx="2695072" cy="4796134"/>
          </a:xfrm>
          <a:prstGeom prst="rect">
            <a:avLst/>
          </a:prstGeom>
          <a:solidFill>
            <a:srgbClr val="E5E8F1"/>
          </a:solidFill>
          <a:ln>
            <a:noFill/>
          </a:ln>
        </p:spPr>
      </p:sp>
      <p:sp>
        <p:nvSpPr>
          <p:cNvPr id="49" name="Google Shape;49;p7"/>
          <p:cNvSpPr>
            <a:spLocks noGrp="1"/>
          </p:cNvSpPr>
          <p:nvPr>
            <p:ph type="pic" idx="3"/>
          </p:nvPr>
        </p:nvSpPr>
        <p:spPr>
          <a:xfrm>
            <a:off x="9098179" y="1252538"/>
            <a:ext cx="2695072" cy="4796134"/>
          </a:xfrm>
          <a:prstGeom prst="rect">
            <a:avLst/>
          </a:prstGeom>
          <a:solidFill>
            <a:srgbClr val="E5E8F1"/>
          </a:solidFill>
          <a:ln>
            <a:noFill/>
          </a:ln>
        </p:spPr>
      </p:sp>
      <p:sp>
        <p:nvSpPr>
          <p:cNvPr id="50" name="Google Shape;50;p7"/>
          <p:cNvSpPr txBox="1">
            <a:spLocks noGrp="1"/>
          </p:cNvSpPr>
          <p:nvPr>
            <p:ph type="sldNum" idx="12"/>
          </p:nvPr>
        </p:nvSpPr>
        <p:spPr>
          <a:xfrm>
            <a:off x="9132784" y="6473105"/>
            <a:ext cx="27447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ph 100%">
  <p:cSld name="Graph 100%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>
            <a:spLocks noGrp="1"/>
          </p:cNvSpPr>
          <p:nvPr>
            <p:ph type="title"/>
          </p:nvPr>
        </p:nvSpPr>
        <p:spPr>
          <a:xfrm>
            <a:off x="404662" y="404664"/>
            <a:ext cx="11389024" cy="4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Georgia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>
            <a:spLocks noGrp="1"/>
          </p:cNvSpPr>
          <p:nvPr>
            <p:ph type="chart" idx="2"/>
          </p:nvPr>
        </p:nvSpPr>
        <p:spPr>
          <a:xfrm>
            <a:off x="404662" y="1252836"/>
            <a:ext cx="11389023" cy="4795836"/>
          </a:xfrm>
          <a:prstGeom prst="rect">
            <a:avLst/>
          </a:prstGeom>
          <a:solidFill>
            <a:srgbClr val="E5E8F1"/>
          </a:solidFill>
          <a:ln>
            <a:noFill/>
          </a:ln>
        </p:spPr>
        <p:txBody>
          <a:bodyPr spcFirstLastPara="1" wrap="square" lIns="0" tIns="0" rIns="0" bIns="180000" anchor="ctr" anchorCtr="0">
            <a:noAutofit/>
          </a:bodyPr>
          <a:lstStyle>
            <a:lvl1pPr marR="0" lvl="0" algn="ctr" rtl="0">
              <a:lnSpc>
                <a:spcPct val="25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-"/>
              <a:defRPr sz="1600" b="0" i="0" u="none" strike="noStrike" cap="none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-"/>
              <a:defRPr sz="1600" b="0" i="0" u="none" strike="noStrike" cap="none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lt2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sldNum" idx="12"/>
          </p:nvPr>
        </p:nvSpPr>
        <p:spPr>
          <a:xfrm>
            <a:off x="9132784" y="6473105"/>
            <a:ext cx="27447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o 100%">
  <p:cSld name="Video 100%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>
            <a:spLocks noGrp="1"/>
          </p:cNvSpPr>
          <p:nvPr>
            <p:ph type="title"/>
          </p:nvPr>
        </p:nvSpPr>
        <p:spPr>
          <a:xfrm>
            <a:off x="404662" y="404664"/>
            <a:ext cx="11389024" cy="4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Georgia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>
            <a:spLocks noGrp="1"/>
          </p:cNvSpPr>
          <p:nvPr>
            <p:ph type="media" idx="2"/>
          </p:nvPr>
        </p:nvSpPr>
        <p:spPr>
          <a:xfrm>
            <a:off x="404662" y="1252836"/>
            <a:ext cx="11389023" cy="4795836"/>
          </a:xfrm>
          <a:prstGeom prst="rect">
            <a:avLst/>
          </a:prstGeom>
          <a:solidFill>
            <a:srgbClr val="E5E8F1"/>
          </a:solidFill>
          <a:ln>
            <a:noFill/>
          </a:ln>
        </p:spPr>
        <p:txBody>
          <a:bodyPr spcFirstLastPara="1" wrap="square" lIns="0" tIns="0" rIns="0" bIns="180000" anchor="ctr" anchorCtr="0">
            <a:noAutofit/>
          </a:bodyPr>
          <a:lstStyle>
            <a:lvl1pPr marR="0" lvl="0" algn="ctr" rtl="0">
              <a:lnSpc>
                <a:spcPct val="25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-"/>
              <a:defRPr sz="1600" b="0" i="0" u="none" strike="noStrike" cap="none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-"/>
              <a:defRPr sz="1600" b="0" i="0" u="none" strike="noStrike" cap="none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lt2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sldNum" idx="12"/>
          </p:nvPr>
        </p:nvSpPr>
        <p:spPr>
          <a:xfrm>
            <a:off x="9132784" y="6473105"/>
            <a:ext cx="27447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100%">
  <p:cSld name="Text 100%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0"/>
          <p:cNvSpPr txBox="1">
            <a:spLocks noGrp="1"/>
          </p:cNvSpPr>
          <p:nvPr>
            <p:ph type="title"/>
          </p:nvPr>
        </p:nvSpPr>
        <p:spPr>
          <a:xfrm>
            <a:off x="404662" y="404664"/>
            <a:ext cx="11389024" cy="4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Georgia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body" idx="1"/>
          </p:nvPr>
        </p:nvSpPr>
        <p:spPr>
          <a:xfrm>
            <a:off x="404662" y="1252836"/>
            <a:ext cx="11389023" cy="47958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-"/>
              <a:defRPr/>
            </a:lvl2pPr>
            <a:lvl3pPr marL="1371600" lvl="2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-"/>
              <a:defRPr/>
            </a:lvl7pPr>
            <a:lvl8pPr marL="3657600" lvl="7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lt2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sldNum" idx="12"/>
          </p:nvPr>
        </p:nvSpPr>
        <p:spPr>
          <a:xfrm>
            <a:off x="9132784" y="6473105"/>
            <a:ext cx="27447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&amp; Image 50%/50%">
  <p:cSld name="Text &amp; Image 50%/50%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 txBox="1">
            <a:spLocks noGrp="1"/>
          </p:cNvSpPr>
          <p:nvPr>
            <p:ph type="title"/>
          </p:nvPr>
        </p:nvSpPr>
        <p:spPr>
          <a:xfrm>
            <a:off x="404662" y="404664"/>
            <a:ext cx="11389024" cy="4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Georgia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body" idx="1"/>
          </p:nvPr>
        </p:nvSpPr>
        <p:spPr>
          <a:xfrm>
            <a:off x="404662" y="1252836"/>
            <a:ext cx="5593347" cy="47958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-"/>
              <a:defRPr/>
            </a:lvl2pPr>
            <a:lvl3pPr marL="1371600" lvl="2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-"/>
              <a:defRPr/>
            </a:lvl7pPr>
            <a:lvl8pPr marL="3657600" lvl="7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lt2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>
            <a:spLocks noGrp="1"/>
          </p:cNvSpPr>
          <p:nvPr>
            <p:ph type="pic" idx="2"/>
          </p:nvPr>
        </p:nvSpPr>
        <p:spPr>
          <a:xfrm>
            <a:off x="6200775" y="1252538"/>
            <a:ext cx="5592763" cy="4795837"/>
          </a:xfrm>
          <a:prstGeom prst="rect">
            <a:avLst/>
          </a:prstGeom>
          <a:solidFill>
            <a:srgbClr val="E5E8F1"/>
          </a:solidFill>
          <a:ln>
            <a:noFill/>
          </a:ln>
        </p:spPr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9132784" y="6473105"/>
            <a:ext cx="27447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&amp; Image 25%/75%">
  <p:cSld name="Text &amp; Image 25%/75%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404662" y="404664"/>
            <a:ext cx="11389024" cy="4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Georgia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>
            <a:off x="404662" y="1252836"/>
            <a:ext cx="3534273" cy="47958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-"/>
              <a:defRPr/>
            </a:lvl2pPr>
            <a:lvl3pPr marL="1371600" lvl="2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-"/>
              <a:defRPr/>
            </a:lvl7pPr>
            <a:lvl8pPr marL="3657600" lvl="7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lt2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>
            <a:spLocks noGrp="1"/>
          </p:cNvSpPr>
          <p:nvPr>
            <p:ph type="pic" idx="2"/>
          </p:nvPr>
        </p:nvSpPr>
        <p:spPr>
          <a:xfrm>
            <a:off x="4141267" y="1252538"/>
            <a:ext cx="7652271" cy="4795837"/>
          </a:xfrm>
          <a:prstGeom prst="rect">
            <a:avLst/>
          </a:prstGeom>
          <a:solidFill>
            <a:srgbClr val="E5E8F1"/>
          </a:solidFill>
          <a:ln>
            <a:noFill/>
          </a:ln>
        </p:spPr>
      </p:sp>
      <p:sp>
        <p:nvSpPr>
          <p:cNvPr id="72" name="Google Shape;72;p12"/>
          <p:cNvSpPr txBox="1">
            <a:spLocks noGrp="1"/>
          </p:cNvSpPr>
          <p:nvPr>
            <p:ph type="sldNum" idx="12"/>
          </p:nvPr>
        </p:nvSpPr>
        <p:spPr>
          <a:xfrm>
            <a:off x="9132784" y="6473105"/>
            <a:ext cx="27447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100%">
  <p:cSld name="Image 100%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>
            <a:spLocks noGrp="1"/>
          </p:cNvSpPr>
          <p:nvPr>
            <p:ph type="title"/>
          </p:nvPr>
        </p:nvSpPr>
        <p:spPr>
          <a:xfrm>
            <a:off x="404662" y="404664"/>
            <a:ext cx="11389024" cy="4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Georgia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>
            <a:spLocks noGrp="1"/>
          </p:cNvSpPr>
          <p:nvPr>
            <p:ph type="pic" idx="2"/>
          </p:nvPr>
        </p:nvSpPr>
        <p:spPr>
          <a:xfrm>
            <a:off x="404663" y="1252538"/>
            <a:ext cx="11388876" cy="4795837"/>
          </a:xfrm>
          <a:prstGeom prst="rect">
            <a:avLst/>
          </a:prstGeom>
          <a:solidFill>
            <a:srgbClr val="E5E8F1"/>
          </a:solidFill>
          <a:ln>
            <a:noFill/>
          </a:ln>
        </p:spPr>
      </p:sp>
      <p:sp>
        <p:nvSpPr>
          <p:cNvPr id="76" name="Google Shape;76;p13"/>
          <p:cNvSpPr txBox="1">
            <a:spLocks noGrp="1"/>
          </p:cNvSpPr>
          <p:nvPr>
            <p:ph type="sldNum" idx="12"/>
          </p:nvPr>
        </p:nvSpPr>
        <p:spPr>
          <a:xfrm>
            <a:off x="9132784" y="6473105"/>
            <a:ext cx="27447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04662" y="404664"/>
            <a:ext cx="11389024" cy="4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Georgia"/>
              <a:buNone/>
              <a:defRPr sz="4000" b="1" i="0" u="none" strike="noStrike" cap="none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04662" y="1252836"/>
            <a:ext cx="11389023" cy="47958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-"/>
              <a:defRPr sz="1600" b="0" i="0" u="none" strike="noStrike" cap="none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3200400" marR="0" lvl="6" indent="-3302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-"/>
              <a:defRPr sz="1600" b="0" i="0" u="none" strike="noStrike" cap="none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lt2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/>
          <p:nvPr/>
        </p:nvSpPr>
        <p:spPr>
          <a:xfrm>
            <a:off x="0" y="6453336"/>
            <a:ext cx="12198350" cy="404664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4"/>
          <p:cNvSpPr txBox="1">
            <a:spLocks noGrp="1"/>
          </p:cNvSpPr>
          <p:nvPr>
            <p:ph type="body" idx="1"/>
          </p:nvPr>
        </p:nvSpPr>
        <p:spPr>
          <a:xfrm>
            <a:off x="0" y="-1"/>
            <a:ext cx="12198349" cy="4521941"/>
          </a:xfrm>
          <a:prstGeom prst="rect">
            <a:avLst/>
          </a:prstGeom>
          <a:solidFill>
            <a:srgbClr val="8592BC"/>
          </a:solidFill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</a:pPr>
            <a:endParaRPr dirty="0"/>
          </a:p>
        </p:txBody>
      </p:sp>
      <p:sp>
        <p:nvSpPr>
          <p:cNvPr id="83" name="Google Shape;83;p14"/>
          <p:cNvSpPr txBox="1">
            <a:spLocks noGrp="1"/>
          </p:cNvSpPr>
          <p:nvPr>
            <p:ph type="body" idx="2"/>
          </p:nvPr>
        </p:nvSpPr>
        <p:spPr>
          <a:xfrm>
            <a:off x="1" y="1"/>
            <a:ext cx="12198300" cy="3719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</a:pPr>
            <a:r>
              <a:rPr lang="en-IN" b="1"/>
              <a:t>yy</a:t>
            </a:r>
            <a:endParaRPr b="1"/>
          </a:p>
        </p:txBody>
      </p:sp>
      <p:sp>
        <p:nvSpPr>
          <p:cNvPr id="84" name="Google Shape;84;p14"/>
          <p:cNvSpPr txBox="1">
            <a:spLocks noGrp="1"/>
          </p:cNvSpPr>
          <p:nvPr>
            <p:ph type="title"/>
          </p:nvPr>
        </p:nvSpPr>
        <p:spPr>
          <a:xfrm>
            <a:off x="568325" y="1620025"/>
            <a:ext cx="11483100" cy="17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3600"/>
              <a:t>Wings of Co-Creation:</a:t>
            </a:r>
            <a:endParaRPr sz="36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3600" b="0"/>
              <a:t>Human + AI Level Design Through Play</a:t>
            </a:r>
            <a:endParaRPr sz="3600" b="0"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Georgia"/>
              <a:buNone/>
            </a:pPr>
            <a:endParaRPr sz="3600"/>
          </a:p>
        </p:txBody>
      </p:sp>
      <p:sp>
        <p:nvSpPr>
          <p:cNvPr id="85" name="Google Shape;85;p14"/>
          <p:cNvSpPr txBox="1">
            <a:spLocks noGrp="1"/>
          </p:cNvSpPr>
          <p:nvPr>
            <p:ph type="body" idx="3"/>
          </p:nvPr>
        </p:nvSpPr>
        <p:spPr>
          <a:xfrm>
            <a:off x="1276000" y="3719400"/>
            <a:ext cx="10079700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IN" sz="1600" dirty="0"/>
              <a:t>Group 11: Aparajita Saha (s4009762), Ekansh </a:t>
            </a:r>
            <a:r>
              <a:rPr lang="en-IN" sz="1600" dirty="0" err="1"/>
              <a:t>Khanulia</a:t>
            </a:r>
            <a:r>
              <a:rPr lang="en-IN" sz="1600" dirty="0"/>
              <a:t>(s4336089) </a:t>
            </a:r>
          </a:p>
          <a:p>
            <a:pPr marL="0" lvl="0" indent="0">
              <a:lnSpc>
                <a:spcPct val="115000"/>
              </a:lnSpc>
              <a:spcBef>
                <a:spcPts val="0"/>
              </a:spcBef>
            </a:pPr>
            <a:r>
              <a:rPr lang="en-IN" sz="1600" dirty="0"/>
              <a:t>                   Nallathambi </a:t>
            </a:r>
            <a:r>
              <a:rPr lang="en-IN" sz="1600" dirty="0" err="1"/>
              <a:t>Vethiappan</a:t>
            </a:r>
            <a:r>
              <a:rPr lang="en-IN" sz="1600" dirty="0"/>
              <a:t>(s4577663), </a:t>
            </a:r>
            <a:r>
              <a:rPr lang="en-US" sz="1600" dirty="0"/>
              <a:t>Deepak Somesh K J (s4587243)</a:t>
            </a:r>
            <a:endParaRPr sz="1600" dirty="0"/>
          </a:p>
        </p:txBody>
      </p:sp>
    </p:spTree>
  </p:cSld>
  <p:clrMapOvr>
    <a:masterClrMapping/>
  </p:clrMapOvr>
  <p:transition spd="slow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 txBox="1">
            <a:spLocks noGrp="1"/>
          </p:cNvSpPr>
          <p:nvPr>
            <p:ph type="title"/>
          </p:nvPr>
        </p:nvSpPr>
        <p:spPr>
          <a:xfrm>
            <a:off x="404662" y="404664"/>
            <a:ext cx="11388900" cy="432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AI- powered Flappy Bird Game</a:t>
            </a:r>
            <a:endParaRPr/>
          </a:p>
        </p:txBody>
      </p:sp>
      <p:sp>
        <p:nvSpPr>
          <p:cNvPr id="92" name="Google Shape;92;p15"/>
          <p:cNvSpPr txBox="1">
            <a:spLocks noGrp="1"/>
          </p:cNvSpPr>
          <p:nvPr>
            <p:ph type="body" idx="1"/>
          </p:nvPr>
        </p:nvSpPr>
        <p:spPr>
          <a:xfrm>
            <a:off x="230675" y="2029950"/>
            <a:ext cx="5455800" cy="279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619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100"/>
              <a:buFont typeface="Georgia"/>
              <a:buChar char="•"/>
            </a:pPr>
            <a:r>
              <a:rPr lang="en-IN" sz="2000"/>
              <a:t>Dynamic themes (day, night, space, hell)</a:t>
            </a:r>
            <a:endParaRPr sz="2000"/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Georgia"/>
              <a:buChar char="•"/>
            </a:pPr>
            <a:r>
              <a:rPr lang="en-IN" sz="2000"/>
              <a:t>Procedural pipes (zigzag, sloped, random)</a:t>
            </a:r>
            <a:endParaRPr sz="2000"/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Georgia"/>
              <a:buChar char="•"/>
            </a:pPr>
            <a:r>
              <a:rPr lang="en-IN" sz="2000"/>
              <a:t>Adjustable difficulty + speed scaling</a:t>
            </a:r>
            <a:endParaRPr sz="2000"/>
          </a:p>
        </p:txBody>
      </p:sp>
      <p:sp>
        <p:nvSpPr>
          <p:cNvPr id="93" name="Google Shape;93;p15"/>
          <p:cNvSpPr txBox="1">
            <a:spLocks noGrp="1"/>
          </p:cNvSpPr>
          <p:nvPr>
            <p:ph type="sldNum" idx="12"/>
          </p:nvPr>
        </p:nvSpPr>
        <p:spPr>
          <a:xfrm>
            <a:off x="9132784" y="6473105"/>
            <a:ext cx="27447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1</a:t>
            </a:fld>
            <a:endParaRPr/>
          </a:p>
        </p:txBody>
      </p:sp>
      <p:sp>
        <p:nvSpPr>
          <p:cNvPr id="2" name="AutoShape 2" descr="Flappy Bird GIF">
            <a:extLst>
              <a:ext uri="{FF2B5EF4-FFF2-40B4-BE49-F238E27FC236}">
                <a16:creationId xmlns:a16="http://schemas.microsoft.com/office/drawing/2014/main" id="{3675B6CD-D2B6-48C2-76B7-E875D03BE73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6775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" name="AutoShape 4" descr="Flappy Bird GIF">
            <a:extLst>
              <a:ext uri="{FF2B5EF4-FFF2-40B4-BE49-F238E27FC236}">
                <a16:creationId xmlns:a16="http://schemas.microsoft.com/office/drawing/2014/main" id="{66FA87F0-8D19-7778-C6A0-AF1A3324788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9175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30" name="Picture 6" descr="Flappy Bird GIF">
            <a:extLst>
              <a:ext uri="{FF2B5EF4-FFF2-40B4-BE49-F238E27FC236}">
                <a16:creationId xmlns:a16="http://schemas.microsoft.com/office/drawing/2014/main" id="{F903327F-A478-510E-1E5D-F9B7799151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1575" y="1209369"/>
            <a:ext cx="5203006" cy="5004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6"/>
          <p:cNvSpPr txBox="1">
            <a:spLocks noGrp="1"/>
          </p:cNvSpPr>
          <p:nvPr>
            <p:ph type="title"/>
          </p:nvPr>
        </p:nvSpPr>
        <p:spPr>
          <a:xfrm>
            <a:off x="404650" y="578650"/>
            <a:ext cx="11646900" cy="432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The Vision &amp; How the AI Understands Creativity</a:t>
            </a:r>
            <a:endParaRPr/>
          </a:p>
        </p:txBody>
      </p:sp>
      <p:sp>
        <p:nvSpPr>
          <p:cNvPr id="101" name="Google Shape;101;p16"/>
          <p:cNvSpPr txBox="1">
            <a:spLocks noGrp="1"/>
          </p:cNvSpPr>
          <p:nvPr>
            <p:ph type="body" idx="1"/>
          </p:nvPr>
        </p:nvSpPr>
        <p:spPr>
          <a:xfrm>
            <a:off x="404650" y="1610186"/>
            <a:ext cx="8181600" cy="1818814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900" b="1" dirty="0"/>
              <a:t>A Game That Co-Creates With You </a:t>
            </a:r>
            <a:endParaRPr sz="1900" b="1" dirty="0"/>
          </a:p>
          <a:p>
            <a:pPr marL="914400" lvl="0" indent="-3492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00"/>
              <a:buChar char="•"/>
            </a:pPr>
            <a:r>
              <a:rPr lang="en-IN" sz="1900" dirty="0"/>
              <a:t>Gameplay becomes a creative dialogue </a:t>
            </a:r>
            <a:endParaRPr sz="1900" dirty="0"/>
          </a:p>
          <a:p>
            <a:pPr marL="9144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IN" sz="1900" dirty="0"/>
              <a:t>Player influences level design moment-to-moment</a:t>
            </a:r>
            <a:endParaRPr sz="1900" dirty="0"/>
          </a:p>
          <a:p>
            <a:pPr marL="9144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IN" sz="1900" i="1" dirty="0"/>
              <a:t>Human imagination + Generative AI  = evolving game world</a:t>
            </a:r>
            <a:r>
              <a:rPr lang="en-IN" sz="1900" dirty="0"/>
              <a:t> </a:t>
            </a:r>
            <a:endParaRPr sz="1900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900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900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900" dirty="0"/>
              <a:t>                                                              </a:t>
            </a:r>
            <a:endParaRPr sz="1900" dirty="0"/>
          </a:p>
        </p:txBody>
      </p:sp>
      <p:sp>
        <p:nvSpPr>
          <p:cNvPr id="102" name="Google Shape;102;p16"/>
          <p:cNvSpPr txBox="1">
            <a:spLocks noGrp="1"/>
          </p:cNvSpPr>
          <p:nvPr>
            <p:ph type="sldNum" idx="12"/>
          </p:nvPr>
        </p:nvSpPr>
        <p:spPr>
          <a:xfrm>
            <a:off x="9132784" y="6473105"/>
            <a:ext cx="27447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2</a:t>
            </a:fld>
            <a:endParaRPr/>
          </a:p>
        </p:txBody>
      </p:sp>
      <p:pic>
        <p:nvPicPr>
          <p:cNvPr id="103" name="Google Shape;10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4338" y="3738485"/>
            <a:ext cx="10849674" cy="137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>
            <a:spLocks noGrp="1"/>
          </p:cNvSpPr>
          <p:nvPr>
            <p:ph type="body" idx="1"/>
          </p:nvPr>
        </p:nvSpPr>
        <p:spPr>
          <a:xfrm>
            <a:off x="1" y="1"/>
            <a:ext cx="12198350" cy="452193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</a:pPr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title"/>
          </p:nvPr>
        </p:nvSpPr>
        <p:spPr>
          <a:xfrm>
            <a:off x="1490663" y="1052736"/>
            <a:ext cx="10225136" cy="1656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Georgia"/>
              <a:buNone/>
            </a:pPr>
            <a:r>
              <a:rPr lang="en-IN"/>
              <a:t>Any questions?</a:t>
            </a:r>
            <a:endParaRPr/>
          </a:p>
        </p:txBody>
      </p:sp>
    </p:spTree>
  </p:cSld>
  <p:clrMapOvr>
    <a:masterClrMapping/>
  </p:clrMapOvr>
  <p:transition spd="slow">
    <p:fade thruBlk="1"/>
  </p:transition>
</p:sld>
</file>

<file path=ppt/theme/theme1.xml><?xml version="1.0" encoding="utf-8"?>
<a:theme xmlns:a="http://schemas.openxmlformats.org/drawingml/2006/main" name="Corporate template-set Universiteit Leiden">
  <a:themeElements>
    <a:clrScheme name="Universiteit Leiden">
      <a:dk1>
        <a:srgbClr val="000000"/>
      </a:dk1>
      <a:lt1>
        <a:srgbClr val="FFFFFF"/>
      </a:lt1>
      <a:dk2>
        <a:srgbClr val="8592BC"/>
      </a:dk2>
      <a:lt2>
        <a:srgbClr val="001158"/>
      </a:lt2>
      <a:accent1>
        <a:srgbClr val="9EBA2E"/>
      </a:accent1>
      <a:accent2>
        <a:srgbClr val="5CB1EB"/>
      </a:accent2>
      <a:accent3>
        <a:srgbClr val="34A3A9"/>
      </a:accent3>
      <a:accent4>
        <a:srgbClr val="F46E32"/>
      </a:accent4>
      <a:accent5>
        <a:srgbClr val="2C712D"/>
      </a:accent5>
      <a:accent6>
        <a:srgbClr val="B02079"/>
      </a:accent6>
      <a:hlink>
        <a:srgbClr val="0033CC"/>
      </a:hlink>
      <a:folHlink>
        <a:srgbClr val="7030A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Kantoorthema">
  <a:themeElements>
    <a:clrScheme name="Kantoor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</Words>
  <Application>Microsoft Office PowerPoint</Application>
  <PresentationFormat>Custom</PresentationFormat>
  <Paragraphs>26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Georgia</vt:lpstr>
      <vt:lpstr>Corporate template-set Universiteit Leiden</vt:lpstr>
      <vt:lpstr>Wings of Co-Creation: Human + AI Level Design Through Play </vt:lpstr>
      <vt:lpstr>AI- powered Flappy Bird Game</vt:lpstr>
      <vt:lpstr>The Vision &amp; How the AI Understands Creativity</vt:lpstr>
      <vt:lpstr>Any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nallathambi V</cp:lastModifiedBy>
  <cp:revision>1</cp:revision>
  <dcterms:modified xsi:type="dcterms:W3CDTF">2025-11-17T13:17:43Z</dcterms:modified>
</cp:coreProperties>
</file>